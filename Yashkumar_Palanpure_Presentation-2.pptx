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notesMasterIdLst>
    <p:notesMasterId r:id="rId19"/>
  </p:notesMasterIdLst>
  <p:sldIdLst>
    <p:sldId id="256" r:id="rId2"/>
    <p:sldId id="257" r:id="rId3"/>
    <p:sldId id="260" r:id="rId4"/>
    <p:sldId id="272" r:id="rId5"/>
    <p:sldId id="261" r:id="rId6"/>
    <p:sldId id="262" r:id="rId7"/>
    <p:sldId id="293" r:id="rId8"/>
    <p:sldId id="290" r:id="rId9"/>
    <p:sldId id="291" r:id="rId10"/>
    <p:sldId id="292" r:id="rId11"/>
    <p:sldId id="294" r:id="rId12"/>
    <p:sldId id="295" r:id="rId13"/>
    <p:sldId id="296" r:id="rId14"/>
    <p:sldId id="297" r:id="rId15"/>
    <p:sldId id="298" r:id="rId16"/>
    <p:sldId id="299" r:id="rId17"/>
    <p:sldId id="282" r:id="rId1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runa patel" initials="kp" lastIdx="4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4" d="100"/>
          <a:sy n="74" d="100"/>
        </p:scale>
        <p:origin x="171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D9E568-2F21-4EB2-B06B-274856448A87}" type="datetimeFigureOut">
              <a:rPr lang="en-IN" smtClean="0"/>
              <a:t>09-09-2026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3DCE37-EDCA-448C-970F-14296FF9BEC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11269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DCE37-EDCA-448C-970F-14296FF9BEC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4134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3DCE37-EDCA-448C-970F-14296FF9BEC3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90157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fontAlgn="t"/>
            <a:br>
              <a:rPr lang="en-IN" sz="2800" dirty="0">
                <a:latin typeface="Bell MT" pitchFamily="18" charset="0"/>
              </a:rPr>
            </a:br>
            <a:r>
              <a:rPr lang="en-IN" sz="2800" b="1" dirty="0">
                <a:latin typeface="Bell MT" pitchFamily="18" charset="0"/>
              </a:rPr>
              <a:t>Asha M. Tarsadia Institute of</a:t>
            </a:r>
            <a:br>
              <a:rPr lang="en-IN" sz="2800" b="1" dirty="0">
                <a:latin typeface="Bell MT" pitchFamily="18" charset="0"/>
              </a:rPr>
            </a:br>
            <a:r>
              <a:rPr lang="en-IN" sz="2800" b="1" dirty="0">
                <a:latin typeface="Bell MT" pitchFamily="18" charset="0"/>
              </a:rPr>
              <a:t>Computer Science and Technology</a:t>
            </a:r>
            <a:br>
              <a:rPr lang="en-US" sz="2800" dirty="0">
                <a:latin typeface="Bell MT" pitchFamily="18" charset="0"/>
              </a:rPr>
            </a:br>
            <a:br>
              <a:rPr lang="en-US" sz="2800" dirty="0">
                <a:latin typeface="Bell MT" pitchFamily="18" charset="0"/>
              </a:rPr>
            </a:br>
            <a:endParaRPr lang="en-US" sz="2800" dirty="0">
              <a:latin typeface="Bell MT" pitchFamily="18" charset="0"/>
            </a:endParaRPr>
          </a:p>
        </p:txBody>
      </p:sp>
      <p:pic>
        <p:nvPicPr>
          <p:cNvPr id="9" name="Picture 8" descr="B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96200" y="514350"/>
            <a:ext cx="990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06" name="Picture 6" descr="UKA Tarsadia University, Bardoli, Admission, Courses, Fees, Placement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81000" y="533400"/>
            <a:ext cx="1143000" cy="914400"/>
          </a:xfrm>
          <a:prstGeom prst="rect">
            <a:avLst/>
          </a:prstGeom>
          <a:noFill/>
        </p:spPr>
      </p:pic>
      <p:sp>
        <p:nvSpPr>
          <p:cNvPr id="13" name="Title 1"/>
          <p:cNvSpPr txBox="1">
            <a:spLocks/>
          </p:cNvSpPr>
          <p:nvPr/>
        </p:nvSpPr>
        <p:spPr>
          <a:xfrm>
            <a:off x="685800" y="1828800"/>
            <a:ext cx="77724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E-Commerce Angular Website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4000" dirty="0">
              <a:solidFill>
                <a:srgbClr val="0070C0"/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4000" dirty="0">
                <a:solidFill>
                  <a:srgbClr val="0070C0"/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 Deployed On EC2 Instance Using Docker </a:t>
            </a:r>
            <a:endParaRPr kumimoji="0" lang="en-US" sz="4000" b="0" i="0" u="none" strike="noStrike" kern="1200" cap="none" spc="0" normalizeH="0" baseline="0" noProof="0" dirty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  <p:sp>
        <p:nvSpPr>
          <p:cNvPr id="15" name="Subtitle 2"/>
          <p:cNvSpPr txBox="1">
            <a:spLocks/>
          </p:cNvSpPr>
          <p:nvPr/>
        </p:nvSpPr>
        <p:spPr>
          <a:xfrm>
            <a:off x="1198418" y="3293341"/>
            <a:ext cx="6747164" cy="3559175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Prepared by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PALANPURE YASHKUMAR NAVNEET</a:t>
            </a: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r>
              <a:rPr lang="en-US" sz="2600" dirty="0">
                <a:latin typeface="Times New Roman" pitchFamily="18" charset="0"/>
                <a:cs typeface="Times New Roman" pitchFamily="18" charset="0"/>
              </a:rPr>
              <a:t> (202403103510033)</a:t>
            </a:r>
            <a:endParaRPr lang="en-US" sz="3200" dirty="0">
              <a:latin typeface="Times New Roman" pitchFamily="18" charset="0"/>
              <a:cs typeface="Times New Roman" pitchFamily="18" charset="0"/>
            </a:endParaRPr>
          </a:p>
          <a:p>
            <a:pPr algn="ctr" fontAlgn="auto">
              <a:spcBef>
                <a:spcPct val="20000"/>
              </a:spcBef>
              <a:spcAft>
                <a:spcPts val="0"/>
              </a:spcAft>
              <a:defRPr/>
            </a:pPr>
            <a:endParaRPr lang="en-US" sz="3200" dirty="0">
              <a:latin typeface="+mn-lt"/>
              <a:cs typeface="+mn-cs"/>
            </a:endParaRPr>
          </a:p>
        </p:txBody>
      </p:sp>
      <p:sp>
        <p:nvSpPr>
          <p:cNvPr id="17" name="Title 1"/>
          <p:cNvSpPr txBox="1">
            <a:spLocks/>
          </p:cNvSpPr>
          <p:nvPr/>
        </p:nvSpPr>
        <p:spPr>
          <a:xfrm>
            <a:off x="1371600" y="990600"/>
            <a:ext cx="6400800" cy="9144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r>
              <a:rPr lang="en-US" sz="2800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ea typeface="+mj-ea"/>
                <a:cs typeface="Times New Roman" pitchFamily="18" charset="0"/>
              </a:rPr>
              <a:t>Computer Science and Engineering</a:t>
            </a:r>
          </a:p>
        </p:txBody>
      </p:sp>
      <p:sp>
        <p:nvSpPr>
          <p:cNvPr id="18" name="Title 1"/>
          <p:cNvSpPr txBox="1">
            <a:spLocks/>
          </p:cNvSpPr>
          <p:nvPr/>
        </p:nvSpPr>
        <p:spPr>
          <a:xfrm>
            <a:off x="1524000" y="1676400"/>
            <a:ext cx="6400800" cy="91440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 fontAlgn="auto">
              <a:spcAft>
                <a:spcPts val="0"/>
              </a:spcAft>
              <a:defRPr/>
            </a:pPr>
            <a:endParaRPr lang="en-US" sz="2400" dirty="0">
              <a:solidFill>
                <a:schemeClr val="tx2">
                  <a:lumMod val="50000"/>
                </a:schemeClr>
              </a:solidFill>
              <a:latin typeface="Times New Roman" pitchFamily="18" charset="0"/>
              <a:ea typeface="+mj-ea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Client Profile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Project Introduction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Objective(s)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Problem Analysis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Requirement Engineering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Software Development Model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Modeling</a:t>
            </a:r>
          </a:p>
          <a:p>
            <a:pPr>
              <a:buFont typeface="Wingdings" pitchFamily="2" charset="2"/>
              <a:buChar char="Ø"/>
            </a:pPr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Others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34290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Client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Client name and address: - </a:t>
            </a:r>
            <a:r>
              <a:rPr lang="en-IN" sz="2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Toshal Infotech Pvt Ltd ,</a:t>
            </a:r>
          </a:p>
          <a:p>
            <a:pPr marL="400050" lvl="1" indent="0">
              <a:buNone/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5thFloor, SNS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Interio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203, beside CNG Station, Uma Bhawan Society,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Althan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Surat, Gujarat 395017</a:t>
            </a:r>
          </a:p>
          <a:p>
            <a:pPr marL="0" indent="0">
              <a:buNone/>
            </a:pPr>
            <a:endParaRPr lang="en-US" sz="28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800" dirty="0">
                <a:latin typeface="Times New Roman" pitchFamily="18" charset="0"/>
                <a:cs typeface="Times New Roman" pitchFamily="18" charset="0"/>
              </a:rPr>
              <a:t>Your communication: - </a:t>
            </a:r>
            <a:r>
              <a:rPr lang="en-US" sz="2800" dirty="0"/>
              <a:t>Email, Google Chat, and regular communication with mentor for task discussion and progress updates.</a:t>
            </a:r>
          </a:p>
          <a:p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BECB27-5B9D-47B8-9065-7BBD2FB7C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6200" y="457200"/>
            <a:ext cx="3962400" cy="609600"/>
          </a:xfrm>
        </p:spPr>
        <p:txBody>
          <a:bodyPr>
            <a:normAutofit fontScale="90000"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100" dirty="0">
                <a:latin typeface="Times New Roman" pitchFamily="18" charset="0"/>
                <a:cs typeface="Times New Roman" pitchFamily="18" charset="0"/>
              </a:rPr>
              <a:t>Contract letter: -</a:t>
            </a:r>
            <a:br>
              <a:rPr lang="en-US" dirty="0">
                <a:latin typeface="Times New Roman" pitchFamily="18" charset="0"/>
                <a:cs typeface="Times New Roman" pitchFamily="18" charset="0"/>
              </a:rPr>
            </a:b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77406B-E5E1-EC74-F7C4-BF491D6BB2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685800"/>
            <a:ext cx="5160645" cy="6061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20295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Project Introduction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05000"/>
            <a:ext cx="8229600" cy="4525963"/>
          </a:xfrm>
        </p:spPr>
        <p:txBody>
          <a:bodyPr>
            <a:normAutofit/>
          </a:bodyPr>
          <a:lstStyle/>
          <a:p>
            <a:r>
              <a:rPr lang="en-IN" sz="2800" dirty="0"/>
              <a:t>This project is an E-Commerce website developed using Angular. It provides features such as browsing products, viewing product details, managing the shopping cart, and handling user-related data. Product information is fetched using a dummy API, while Browser Local Storage is used to maintain data on the client side. The application is </a:t>
            </a:r>
            <a:r>
              <a:rPr lang="en-IN" sz="2800" dirty="0" err="1"/>
              <a:t>Dockerized</a:t>
            </a:r>
            <a:r>
              <a:rPr lang="en-IN" sz="2800" dirty="0"/>
              <a:t> and deployed on an AWS EC2 instance to make it available as a live website.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latin typeface="Times New Roman" pitchFamily="18" charset="0"/>
                <a:cs typeface="Times New Roman" pitchFamily="18" charset="0"/>
              </a:rPr>
              <a:t>Objective(s)</a:t>
            </a:r>
            <a:endParaRPr lang="en-US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IN" sz="2800" dirty="0"/>
              <a:t>The main objective of this project is to gain practical experience in modern web development and cloud deployment. It aims to understand how Angular can be used to build a real-world web application, how APIs can be integrated for dynamic data, and how client-side storage can be managed. The project also provides practical knowledge of Docker and AWS EC2 deployment, helping to understand the process of taking an application from development to a live environment.</a:t>
            </a:r>
            <a:endParaRPr lang="en-US" sz="2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3DD3031-5ABF-4CE0-3489-1684A02C0B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47800"/>
            <a:ext cx="9144000" cy="4341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6077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9A3868-A85F-8340-720D-9BD760F060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34210"/>
            <a:ext cx="9144000" cy="418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0891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8C5888-E89B-AC5E-D9FE-A890AB4DC0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90366"/>
            <a:ext cx="9144000" cy="4277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5140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AFE043-3C62-F41B-76EC-73CA6F0530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78331"/>
            <a:ext cx="9144000" cy="4301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7015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5FA89B-26D1-5616-7276-2711B3473A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8381"/>
            <a:ext cx="9144000" cy="4641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65561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2A54A8-3F9F-995C-C79A-33B703EE47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0911"/>
            <a:ext cx="9144000" cy="465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08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0216098-2E95-26D1-DA22-F779A36FE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0803"/>
            <a:ext cx="9144000" cy="4636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0653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736FC-7A35-9DF0-C6A3-460ABC704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2092"/>
            <a:ext cx="9144000" cy="4653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7131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49864E18-27B4-90D7-69FE-ECEA5E5491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91182"/>
            <a:ext cx="9144000" cy="4675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1557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D6143-D685-B77C-57F8-BF90C02411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14305"/>
            <a:ext cx="9144000" cy="4629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7389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BFA1-FA2D-6DA2-E22E-78548283BD7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102415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340</TotalTime>
  <Words>281</Words>
  <Application>Microsoft Office PowerPoint</Application>
  <PresentationFormat>On-screen Show (4:3)</PresentationFormat>
  <Paragraphs>31</Paragraphs>
  <Slides>17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Bell MT</vt:lpstr>
      <vt:lpstr>Calibri</vt:lpstr>
      <vt:lpstr>Times New Roman</vt:lpstr>
      <vt:lpstr>Wingdings</vt:lpstr>
      <vt:lpstr>Office Theme</vt:lpstr>
      <vt:lpstr> Asha M. Tarsadia Institute of Computer Science and Technology  </vt:lpstr>
      <vt:lpstr>Outline</vt:lpstr>
      <vt:lpstr>Client Profile</vt:lpstr>
      <vt:lpstr>Contract letter: - </vt:lpstr>
      <vt:lpstr>Project Introduction</vt:lpstr>
      <vt:lpstr>Objective(s)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Asha M. Tarsadia Institute of Computer Science &amp;  Technology</dc:title>
  <dc:creator>karuna patel</dc:creator>
  <cp:lastModifiedBy>Yash Palanpure</cp:lastModifiedBy>
  <cp:revision>38</cp:revision>
  <dcterms:created xsi:type="dcterms:W3CDTF">2006-08-16T00:00:00Z</dcterms:created>
  <dcterms:modified xsi:type="dcterms:W3CDTF">2026-09-09T16:51:06Z</dcterms:modified>
</cp:coreProperties>
</file>
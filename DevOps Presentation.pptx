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6" r:id="rId2"/>
    <p:sldId id="257" r:id="rId3"/>
    <p:sldId id="260" r:id="rId4"/>
    <p:sldId id="272" r:id="rId5"/>
    <p:sldId id="261" r:id="rId6"/>
    <p:sldId id="262" r:id="rId7"/>
    <p:sldId id="293" r:id="rId8"/>
    <p:sldId id="290" r:id="rId9"/>
    <p:sldId id="291" r:id="rId10"/>
    <p:sldId id="292" r:id="rId11"/>
    <p:sldId id="294" r:id="rId12"/>
    <p:sldId id="295" r:id="rId13"/>
    <p:sldId id="296" r:id="rId14"/>
    <p:sldId id="297" r:id="rId15"/>
    <p:sldId id="298" r:id="rId16"/>
    <p:sldId id="299" r:id="rId17"/>
    <p:sldId id="28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runa patel" initials="kp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9E568-2F21-4EB2-B06B-274856448A8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DCE37-EDCA-448C-970F-14296FF9B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26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DCE37-EDCA-448C-970F-14296FF9BEC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13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DCE37-EDCA-448C-970F-14296FF9BEC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015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t"/>
            <a:br>
              <a:rPr lang="en-IN" sz="2800" dirty="0">
                <a:latin typeface="Bell MT" pitchFamily="18" charset="0"/>
              </a:rPr>
            </a:br>
            <a:r>
              <a:rPr lang="en-IN" sz="2800" b="1" dirty="0">
                <a:latin typeface="Bell MT" pitchFamily="18" charset="0"/>
              </a:rPr>
              <a:t>Asha M. Tarsadia Institute of</a:t>
            </a:r>
            <a:br>
              <a:rPr lang="en-IN" sz="2800" b="1" dirty="0">
                <a:latin typeface="Bell MT" pitchFamily="18" charset="0"/>
              </a:rPr>
            </a:br>
            <a:r>
              <a:rPr lang="en-IN" sz="2800" b="1" dirty="0">
                <a:latin typeface="Bell MT" pitchFamily="18" charset="0"/>
              </a:rPr>
              <a:t>Computer Science and Technology</a:t>
            </a:r>
            <a:br>
              <a:rPr lang="en-US" sz="2800" dirty="0">
                <a:latin typeface="Bell MT" pitchFamily="18" charset="0"/>
              </a:rPr>
            </a:br>
            <a:br>
              <a:rPr lang="en-US" sz="2800" dirty="0">
                <a:latin typeface="Bell MT" pitchFamily="18" charset="0"/>
              </a:rPr>
            </a:br>
            <a:endParaRPr lang="en-US" sz="2800" dirty="0">
              <a:latin typeface="Bell MT" pitchFamily="18" charset="0"/>
            </a:endParaRPr>
          </a:p>
        </p:txBody>
      </p:sp>
      <p:pic>
        <p:nvPicPr>
          <p:cNvPr id="9" name="Picture 8" descr="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200" y="514350"/>
            <a:ext cx="990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6" name="Picture 6" descr="UKA Tarsadia University, Bardoli, Admission, Courses, Fees, Placemen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533400"/>
            <a:ext cx="1143000" cy="914400"/>
          </a:xfrm>
          <a:prstGeom prst="rect">
            <a:avLst/>
          </a:prstGeom>
          <a:noFill/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685800" y="182880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E-Commerce Angular Website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dirty="0">
              <a:solidFill>
                <a:srgbClr val="0070C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Deployed On EC2 Instance Using Docker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1198418" y="3293341"/>
            <a:ext cx="6747164" cy="355917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Prepared by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PALANPURE YASHKUMAR NAVNEET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(202403103510033)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sz="3200" dirty="0">
              <a:latin typeface="+mn-lt"/>
              <a:cs typeface="+mn-cs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371600" y="990600"/>
            <a:ext cx="6400800" cy="9144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Computer Science and Engineering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524000" y="1676400"/>
            <a:ext cx="6400800" cy="9144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24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Client Profile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 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Objective(s)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Analysis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 Engineering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Software Development Model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Modeling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Client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Client name and address: - 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Toshal Infotech Pvt Ltd ,</a:t>
            </a:r>
          </a:p>
          <a:p>
            <a:pPr marL="40005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5thFloor, SNS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Interio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203, beside CNG Station, Uma Bhawan Society,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Althan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Surat, Gujarat 395017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Your communication: - </a:t>
            </a:r>
            <a:r>
              <a:rPr lang="en-US" sz="2800" dirty="0"/>
              <a:t>Email, Google Chat, and regular communication with mentor for task discussion and progress updates.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CB27-5B9D-47B8-9065-7BBD2FB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457200"/>
            <a:ext cx="3962400" cy="609600"/>
          </a:xfrm>
        </p:spPr>
        <p:txBody>
          <a:bodyPr>
            <a:normAutofit fontScale="9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Contract letter: -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77406B-E5E1-EC74-F7C4-BF491D6BB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685800"/>
            <a:ext cx="5160645" cy="606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29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Project Introduction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>
            <a:normAutofit/>
          </a:bodyPr>
          <a:lstStyle/>
          <a:p>
            <a:r>
              <a:rPr lang="en-IN" sz="2800" dirty="0"/>
              <a:t>This project is an E-Commerce website developed using Angular. It provides features such as browsing products, viewing product details, managing the shopping cart, and handling user-related data. Product information is fetched using a dummy API, while Browser Local Storage is used to maintain data on the client side. The application is </a:t>
            </a:r>
            <a:r>
              <a:rPr lang="en-IN" sz="2800" dirty="0" err="1"/>
              <a:t>Dockerized</a:t>
            </a:r>
            <a:r>
              <a:rPr lang="en-IN" sz="2800" dirty="0"/>
              <a:t> and deployed on an AWS EC2 instance to make it available as a live website.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Objective(s)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The main objective of this project is to gain practical experience in modern web development and cloud deployment. It aims to understand how Angular can be used to build a real-world web application, how APIs can be integrated for dynamic data, and how client-side storage can be managed. The project also provides practical knowledge of Docker and AWS EC2 deployment, helping to understand the process of taking an application from development to a live environment.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DD3031-5ABF-4CE0-3489-1684A02C0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434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0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A3868-A85F-8340-720D-9BD760F06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4210"/>
            <a:ext cx="9144000" cy="418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8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8C5888-E89B-AC5E-D9FE-A890AB4DC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366"/>
            <a:ext cx="9144000" cy="427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140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FE043-3C62-F41B-76EC-73CA6F05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331"/>
            <a:ext cx="9144000" cy="430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0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5FA89B-26D1-5616-7276-2711B3473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381"/>
            <a:ext cx="9144000" cy="464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5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2A54A8-3F9F-995C-C79A-33B703EE4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0911"/>
            <a:ext cx="9144000" cy="465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8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16098-2E95-26D1-DA22-F779A36FE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0803"/>
            <a:ext cx="9144000" cy="46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65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736FC-7A35-9DF0-C6A3-460ABC704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092"/>
            <a:ext cx="9144000" cy="465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13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864E18-27B4-90D7-69FE-ECEA5E549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1182"/>
            <a:ext cx="9144000" cy="467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55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D6143-D685-B77C-57F8-BF90C0241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305"/>
            <a:ext cx="9144000" cy="462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38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BFA1-FA2D-6DA2-E22E-78548283BD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10241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281</Words>
  <Application>Microsoft Office PowerPoint</Application>
  <PresentationFormat>On-screen Show (4:3)</PresentationFormat>
  <Paragraphs>31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Bell MT</vt:lpstr>
      <vt:lpstr>Calibri</vt:lpstr>
      <vt:lpstr>Times New Roman</vt:lpstr>
      <vt:lpstr>Wingdings</vt:lpstr>
      <vt:lpstr>Office Theme</vt:lpstr>
      <vt:lpstr> Asha M. Tarsadia Institute of Computer Science and Technology  </vt:lpstr>
      <vt:lpstr>Outline</vt:lpstr>
      <vt:lpstr>Client Profile</vt:lpstr>
      <vt:lpstr>Contract letter: - </vt:lpstr>
      <vt:lpstr>Project Introduction</vt:lpstr>
      <vt:lpstr>Objective(s)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Asha M. Tarsadia Institute of Computer Science &amp;  Technology</dc:title>
  <dc:creator>karuna patel</dc:creator>
  <cp:lastModifiedBy>Yash Palanpure</cp:lastModifiedBy>
  <cp:revision>38</cp:revision>
  <dcterms:created xsi:type="dcterms:W3CDTF">2006-08-16T00:00:00Z</dcterms:created>
  <dcterms:modified xsi:type="dcterms:W3CDTF">2026-09-09T16:51:26Z</dcterms:modified>
</cp:coreProperties>
</file>